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R.K. E-Commerce Store</a:t>
            </a:r>
          </a:p>
          <a:p>
            <a:r>
              <a:t>Business Performance Overview (2022)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 Ajay Sharma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R.K. E-Commerce Store has shown strong growth during 2022. The following presentation highlights sales performance, customer insights, and regional trends to support data-driven business decisions.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vs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94671" cy="4525963"/>
          </a:xfrm>
        </p:spPr>
        <p:txBody>
          <a:bodyPr/>
          <a:lstStyle/>
          <a:p>
            <a:r>
              <a:rPr dirty="0"/>
              <a:t>This dashboard shows the monthly comparison between total orders and total sales. Peak sales were recorded between February and April, indicating a seasonal growth trend.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B3221D-47E3-E3AC-7461-F04258169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0" y="1508273"/>
            <a:ext cx="6361471" cy="325053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 vs Women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525963"/>
          </a:xfrm>
        </p:spPr>
        <p:txBody>
          <a:bodyPr/>
          <a:lstStyle/>
          <a:p>
            <a:r>
              <a:rPr dirty="0"/>
              <a:t>Women customers contribute 64% of total sales, making them the dominant buyer group for R.K. Store. Targeted marketing campaigns towards women can drive further growth.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BF06A-FDD7-281C-5AC8-3DA4CE9D5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821" y="1417638"/>
            <a:ext cx="5304096" cy="3881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01148" cy="4525963"/>
          </a:xfrm>
        </p:spPr>
        <p:txBody>
          <a:bodyPr/>
          <a:lstStyle/>
          <a:p>
            <a:r>
              <a:rPr dirty="0"/>
              <a:t>More than 90% of orders were successfully delivered. Low return and cancellation rates reflect strong logistics and customer satisfaction.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BB73D-4DDB-90A4-920B-DE2732BF0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942" y="1426307"/>
            <a:ext cx="5133625" cy="37356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7212" cy="4525963"/>
          </a:xfrm>
        </p:spPr>
        <p:txBody>
          <a:bodyPr/>
          <a:lstStyle/>
          <a:p>
            <a:r>
              <a:rPr dirty="0"/>
              <a:t>Maharashtra and Karnataka lead in total revenue, followed by Uttar Pradesh and Telangana. These states represent the strongest market potential for the brand.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6B87A0-522E-4877-D83E-F1E90C300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082" y="1454509"/>
            <a:ext cx="5736840" cy="33808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Orders by Age &amp;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99703" cy="4525963"/>
          </a:xfrm>
        </p:spPr>
        <p:txBody>
          <a:bodyPr/>
          <a:lstStyle/>
          <a:p>
            <a:r>
              <a:rPr dirty="0"/>
              <a:t>Adult women are the most active buyers, contributing a major share of total orders. This insight helps focus product strategy on women’s apparel categories.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C1B9F-B64D-2439-691C-5FF5DDF94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160" y="1732203"/>
            <a:ext cx="5715465" cy="34100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59427"/>
          </a:xfrm>
        </p:spPr>
        <p:txBody>
          <a:bodyPr>
            <a:normAutofit/>
          </a:bodyPr>
          <a:lstStyle/>
          <a:p>
            <a:r>
              <a:rPr sz="2800" dirty="0"/>
              <a:t>Overall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341" y="517090"/>
            <a:ext cx="11656142" cy="833949"/>
          </a:xfrm>
        </p:spPr>
        <p:txBody>
          <a:bodyPr>
            <a:normAutofit lnSpcReduction="10000"/>
          </a:bodyPr>
          <a:lstStyle/>
          <a:p>
            <a:r>
              <a:rPr sz="2000" dirty="0"/>
              <a:t>This dashboard consolidates total sales, order volume, and regional distribution KPIs. It provides a comprehensive snapshot of R.K. Store’s overall business performance</a:t>
            </a:r>
            <a:r>
              <a:rPr dirty="0"/>
              <a:t>.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5C939-39B0-1CBF-2482-9B2B23EDD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51039"/>
            <a:ext cx="12188825" cy="625421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• Amazon drives the highest sales share, followed </a:t>
            </a:r>
            <a:r>
              <a:rPr lang="en-US" dirty="0"/>
              <a:t>   		</a:t>
            </a:r>
            <a:r>
              <a:rPr dirty="0"/>
              <a:t>by Myntra and Flipkart.</a:t>
            </a:r>
          </a:p>
          <a:p>
            <a:pPr marL="0" indent="0">
              <a:buNone/>
            </a:pPr>
            <a:r>
              <a:rPr dirty="0"/>
              <a:t>• Women dominate purchases, especially in adult </a:t>
            </a:r>
            <a:r>
              <a:rPr lang="en-US" dirty="0"/>
              <a:t>			</a:t>
            </a:r>
            <a:r>
              <a:rPr dirty="0"/>
              <a:t>age groups.</a:t>
            </a:r>
          </a:p>
          <a:p>
            <a:pPr marL="0" indent="0">
              <a:buNone/>
            </a:pPr>
            <a:r>
              <a:rPr dirty="0"/>
              <a:t>• Maharashtra and Karnataka are the top-</a:t>
            </a:r>
            <a:r>
              <a:rPr lang="en-US" dirty="0"/>
              <a:t>					</a:t>
            </a:r>
            <a:r>
              <a:rPr dirty="0"/>
              <a:t>performing states.</a:t>
            </a:r>
          </a:p>
          <a:p>
            <a:pPr marL="0" indent="0">
              <a:buNone/>
            </a:pPr>
            <a:r>
              <a:rPr dirty="0"/>
              <a:t>• Peak sales occurred between February and April </a:t>
            </a:r>
            <a:r>
              <a:rPr lang="en-US" dirty="0"/>
              <a:t>		</a:t>
            </a:r>
            <a:r>
              <a:rPr dirty="0"/>
              <a:t>2022.</a:t>
            </a:r>
          </a:p>
          <a:p>
            <a:pPr marL="0" indent="0">
              <a:buNone/>
            </a:pPr>
            <a:r>
              <a:rPr dirty="0"/>
              <a:t>• The 'Set' product category achieved the highest </a:t>
            </a:r>
            <a:r>
              <a:rPr lang="en-US" dirty="0"/>
              <a:t>       		</a:t>
            </a:r>
            <a:r>
              <a:rPr dirty="0"/>
              <a:t>revenue.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R.K. Store continues to perform strongly across major e-commerce platforms. Female buyers and top-performing states drive the bulk of sales. To sustain growth, the store should expand its women's product range and focus marketing efforts on high-performing regions.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0" y="27432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Thank You</a:t>
            </a:r>
          </a:p>
          <a:p>
            <a:endParaRPr/>
          </a:p>
          <a:p>
            <a:r>
              <a:t>Ajay Sharma</a:t>
            </a:r>
          </a:p>
          <a:p>
            <a:r>
              <a:t>R.K. E-Commerce Store Data Analysis Team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363</Words>
  <Application>Microsoft Office PowerPoint</Application>
  <PresentationFormat>Custom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R.K. E-Commerce Store Business Performance Overview (2022)</vt:lpstr>
      <vt:lpstr>Executive Summary</vt:lpstr>
      <vt:lpstr>Sales vs Orders</vt:lpstr>
      <vt:lpstr>Men vs Women</vt:lpstr>
      <vt:lpstr>Order Status</vt:lpstr>
      <vt:lpstr>Top 5 States</vt:lpstr>
      <vt:lpstr>Orders by Age &amp; Gender</vt:lpstr>
      <vt:lpstr>Overall Dashboard</vt:lpstr>
      <vt:lpstr>Key Insights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Durgesh Sharma</cp:lastModifiedBy>
  <cp:revision>3</cp:revision>
  <dcterms:created xsi:type="dcterms:W3CDTF">2013-01-27T09:14:16Z</dcterms:created>
  <dcterms:modified xsi:type="dcterms:W3CDTF">2025-11-11T09:19:25Z</dcterms:modified>
  <cp:category/>
</cp:coreProperties>
</file>